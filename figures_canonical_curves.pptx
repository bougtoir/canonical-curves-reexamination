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1: Verdict Distribution</a:t>
            </a:r>
          </a:p>
        </p:txBody>
      </p:sp>
      <p:pic>
        <p:nvPicPr>
          <p:cNvPr id="3" name="Picture 2" descr="fig1_verdi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38935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Distribution of verdicts across 50 canonical curves by domain.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2: Sensitivity Analysis</a:t>
            </a:r>
          </a:p>
        </p:txBody>
      </p:sp>
      <p:pic>
        <p:nvPicPr>
          <p:cNvPr id="3" name="Picture 2" descr="fig2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7262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F-test p-values before and after outlier removal (Cook's distance top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3: Model Comparison (AIC/BIC)</a:t>
            </a:r>
          </a:p>
        </p:txBody>
      </p:sp>
      <p:pic>
        <p:nvPicPr>
          <p:cNvPr id="3" name="Picture 2" descr="fig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3762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Model preference by AIC and BIC for linear, quadratic, and log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4: LOOCV Comparison</a:t>
            </a:r>
          </a:p>
        </p:txBody>
      </p:sp>
      <p:pic>
        <p:nvPicPr>
          <p:cNvPr id="3" name="Picture 2" descr="fig4_loo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90898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Leave-one-out cross-validation RMSE: linear vs quadratic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5: Sample Size vs Verdict</a:t>
            </a:r>
          </a:p>
        </p:txBody>
      </p:sp>
      <p:pic>
        <p:nvPicPr>
          <p:cNvPr id="3" name="Picture 2" descr="fig5_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4516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Relationship between sample size and analysis verdict.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